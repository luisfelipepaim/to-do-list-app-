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Instrument Sans Semi Bold"/>
      <p:regular r:id="rId11"/>
    </p:embeddedFont>
    <p:embeddedFont>
      <p:font typeface="Instrument Sans Semi Bold"/>
      <p:regular r:id="rId12"/>
    </p:embeddedFont>
    <p:embeddedFont>
      <p:font typeface="Instrument Sans Semi Bold"/>
      <p:regular r:id="rId13"/>
    </p:embeddedFont>
    <p:embeddedFont>
      <p:font typeface="Instrument Sans Semi Bold"/>
      <p:regular r:id="rId14"/>
    </p:embeddedFont>
    <p:embeddedFont>
      <p:font typeface="Instrument Sans Medium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847"/>
            <a:ext cx="1219950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To-Do List App: Arquitetura Moderna com Android e Firebase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54612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179677"/>
            <a:ext cx="3588663" cy="1209556"/>
          </a:xfrm>
          <a:prstGeom prst="roundRect">
            <a:avLst>
              <a:gd name="adj" fmla="val 33755"/>
            </a:avLst>
          </a:prstGeom>
          <a:solidFill>
            <a:srgbClr val="CEE6FD"/>
          </a:solidFill>
          <a:ln/>
        </p:spPr>
      </p:sp>
      <p:sp>
        <p:nvSpPr>
          <p:cNvPr id="5" name="Text 3"/>
          <p:cNvSpPr/>
          <p:nvPr/>
        </p:nvSpPr>
        <p:spPr>
          <a:xfrm>
            <a:off x="963811" y="234969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Kotlin 100%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3811" y="2742962"/>
            <a:ext cx="32486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Linguagem moderna e segura para desenvolvimento Android nativo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3790" y="3516749"/>
            <a:ext cx="3588663" cy="1209556"/>
          </a:xfrm>
          <a:prstGeom prst="roundRect">
            <a:avLst>
              <a:gd name="adj" fmla="val 33755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963811" y="368677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Jetpack Compose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3811" y="4080034"/>
            <a:ext cx="32486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UI declarativa com Material Design 3 para interfaces fluidas e responsivas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790" y="4853821"/>
            <a:ext cx="3588663" cy="1209556"/>
          </a:xfrm>
          <a:prstGeom prst="roundRect">
            <a:avLst>
              <a:gd name="adj" fmla="val 33755"/>
            </a:avLst>
          </a:prstGeom>
          <a:solidFill>
            <a:srgbClr val="CEE6FD"/>
          </a:solidFill>
          <a:ln/>
        </p:spPr>
      </p:sp>
      <p:sp>
        <p:nvSpPr>
          <p:cNvPr id="11" name="Text 9"/>
          <p:cNvSpPr/>
          <p:nvPr/>
        </p:nvSpPr>
        <p:spPr>
          <a:xfrm>
            <a:off x="963811" y="5023842"/>
            <a:ext cx="253507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Firebase Auth &amp; Firestore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3811" y="5417106"/>
            <a:ext cx="324862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Autenticação segura e banco de dados em tempo real na nuvem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5763" y="2179677"/>
            <a:ext cx="2103953" cy="46418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05124" y="6965037"/>
            <a:ext cx="280535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977" y="2179677"/>
            <a:ext cx="2110978" cy="46855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033147" y="7008733"/>
            <a:ext cx="28147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187" y="2179677"/>
            <a:ext cx="1941433" cy="4395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270575" y="6718340"/>
            <a:ext cx="25886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683300"/>
            <a:ext cx="7886819" cy="635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Desafio de Estado e Ciclo de Vida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8784" y="1773674"/>
            <a:ext cx="3048714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 Problema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8784" y="2336840"/>
            <a:ext cx="6318528" cy="92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lista de tarefas não atualizava automaticamente quando o usuário voltava da tela de criação de nova tarefa. O estado da UI permanecia desatualizado mesmo após adicionar novos itens.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8784" y="3443645"/>
            <a:ext cx="3048714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 Solução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8784" y="4006810"/>
            <a:ext cx="6318528" cy="92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Implementação do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DisposableEffect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para observar eventos do ciclo de vida da Activity, recarregando os dados sempre que a tela retorna ao estado RESUMED.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70708" y="1796415"/>
            <a:ext cx="6318528" cy="5545098"/>
          </a:xfrm>
          <a:prstGeom prst="roundRect">
            <a:avLst>
              <a:gd name="adj" fmla="val 3299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7560588" y="1796415"/>
            <a:ext cx="6338768" cy="5545098"/>
          </a:xfrm>
          <a:prstGeom prst="roundRect">
            <a:avLst>
              <a:gd name="adj" fmla="val 55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7763828" y="1948815"/>
            <a:ext cx="5932289" cy="524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val lifecycleOwner = LocalLifecycleOwner.current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DisposableEffect(lifecycleOwner)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val observer = LifecycleEventObserver { _, event -&gt;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 (event == Lifecycle.Event.ON_RESUME)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Recarrega a lista sempre que a tela 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volta ao foco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viewModel.loadTodos()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lifecycleOwner.lifecycle.addObserver(observer)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onDispose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lifecycleOwner.lifecycle.removeObserver(observer)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628"/>
            <a:ext cx="7888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Desafios de Desenvolvimento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90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Construir a aplicação expôs vários obstáculos técnicos que exigiram soluções criativas e compreensão profunda do framework.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89992"/>
            <a:ext cx="4196358" cy="479298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789992"/>
            <a:ext cx="121920" cy="479298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04728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Conflitos de Tema Dark/Light Mode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89203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Textos dos campos de input ficavam invisíveis (branco sobre fundo branco) devido ao tema padrão do Material 3.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5479733"/>
            <a:ext cx="359033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Solução: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Forçar cores locais com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LocalColors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configurar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focusedTextColor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manualmente em componentes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789992"/>
            <a:ext cx="4196358" cy="479298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2789992"/>
            <a:ext cx="121920" cy="479298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047286"/>
            <a:ext cx="32624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Permissões e Segurança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537704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Regras iniciais do Firestore bloqueavam escrita de dados. Falta de permissão de Internet no Manifest causava falhas de conexão.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65696" y="5488305"/>
            <a:ext cx="3590330" cy="1837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Solução: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Ajustar regras do Firestore para permitir operações autenticadas e adicionar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INTERNET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permission no AndroidManifest.xml.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789992"/>
            <a:ext cx="4196358" cy="4792980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9653" y="2789992"/>
            <a:ext cx="121920" cy="479298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6" name="Text 14"/>
          <p:cNvSpPr/>
          <p:nvPr/>
        </p:nvSpPr>
        <p:spPr>
          <a:xfrm>
            <a:off x="9988868" y="3047286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Gerenciamento de Dependências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988868" y="3892034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Erros "Unresolved Reference" ao acessar variáveis de cores entre arquivos diferentes (ex: LoginScreen vs SignUpScreen).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988868" y="5842635"/>
            <a:ext cx="3590330" cy="147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Solução: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Centralizar definições de cores em um objeto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importá-lo explicitamente em cada tela que o utiliza.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6864"/>
            <a:ext cx="7563564" cy="112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Experiência com LLMs: Gemini 3.1 Pro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0218" y="1971556"/>
            <a:ext cx="756356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IA funcionou como um copiloto valioso, acelerando o desenvolvimento, mas exigiu supervisão ativa do desenvolvedor para integração correta das soluções.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0218" y="2652474"/>
            <a:ext cx="18061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90218" y="2936558"/>
            <a:ext cx="3709868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790218" y="3072527"/>
            <a:ext cx="269545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Aceleração de Boilerplate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0218" y="3440906"/>
            <a:ext cx="370986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Geração rápida de estruturas repetitivas e padrões de código comuns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43914" y="2652474"/>
            <a:ext cx="18061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43914" y="2936558"/>
            <a:ext cx="3709868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4643914" y="3072527"/>
            <a:ext cx="225778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Correção de Erros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643914" y="3440906"/>
            <a:ext cx="3709868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Identificação e fix de erros de sintaxe em segundos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0218" y="4239220"/>
            <a:ext cx="18061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0218" y="4523303"/>
            <a:ext cx="7563564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2"/>
          <p:cNvSpPr/>
          <p:nvPr/>
        </p:nvSpPr>
        <p:spPr>
          <a:xfrm>
            <a:off x="790218" y="4659273"/>
            <a:ext cx="292096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Documentação Automática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0218" y="5027652"/>
            <a:ext cx="756356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Criação de README técnico e documentação de arquitetura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0218" y="5728216"/>
            <a:ext cx="256067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Limitações Encontradas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90218" y="6154222"/>
            <a:ext cx="3561517" cy="1297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Perda de contexto em conversas longas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Sugestões baseadas em lógicas antigas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Necessidade de validação manual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799886" y="5728216"/>
            <a:ext cx="2377797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Prompts Mais Eficazes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5070753" y="6172200"/>
            <a:ext cx="3290649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"Como forçar atualização da lista ao voltar para tela anterior no Compose?"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99886" y="6172200"/>
            <a:ext cx="22860" cy="519113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22" name="Text 19"/>
          <p:cNvSpPr/>
          <p:nvPr/>
        </p:nvSpPr>
        <p:spPr>
          <a:xfrm>
            <a:off x="5070753" y="6853118"/>
            <a:ext cx="3290649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"Gere README.md explicando arquitetura MVVM com Repositories"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99886" y="6853118"/>
            <a:ext cx="22860" cy="519113"/>
          </a:xfrm>
          <a:prstGeom prst="rect">
            <a:avLst/>
          </a:prstGeom>
          <a:solidFill>
            <a:srgbClr val="84C1F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2026-02-09T12:55:42Z</dcterms:created>
  <dcterms:modified xsi:type="dcterms:W3CDTF">2026-02-09T12:55:42Z</dcterms:modified>
</cp:coreProperties>
</file>